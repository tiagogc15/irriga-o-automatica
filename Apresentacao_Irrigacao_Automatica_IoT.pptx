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63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173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undo_plant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49649" y="2782669"/>
            <a:ext cx="7079951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 dirty="0"/>
              <a:t>Sistema de </a:t>
            </a:r>
            <a:r>
              <a:rPr sz="3600" b="1" dirty="0" err="1"/>
              <a:t>Irrigação</a:t>
            </a:r>
            <a:r>
              <a:rPr sz="3600" b="1" dirty="0"/>
              <a:t> </a:t>
            </a:r>
            <a:r>
              <a:rPr sz="3600" b="1" dirty="0" err="1"/>
              <a:t>Automática</a:t>
            </a:r>
            <a:r>
              <a:rPr sz="3600" b="1" dirty="0"/>
              <a:t> IoT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A3A03D39-9260-44E5-8ADF-011518B93CDC}"/>
              </a:ext>
            </a:extLst>
          </p:cNvPr>
          <p:cNvSpPr txBox="1"/>
          <p:nvPr/>
        </p:nvSpPr>
        <p:spPr>
          <a:xfrm>
            <a:off x="914400" y="5190129"/>
            <a:ext cx="46347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Aluno: Tiago Carvalho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undo_plant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91620" y="457200"/>
            <a:ext cx="6812121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dirty="0" err="1"/>
              <a:t>Concepção</a:t>
            </a:r>
            <a:r>
              <a:rPr sz="3600" dirty="0"/>
              <a:t> e </a:t>
            </a:r>
            <a:r>
              <a:rPr sz="3600" dirty="0" err="1"/>
              <a:t>Idealização</a:t>
            </a:r>
            <a:r>
              <a:rPr sz="3600" dirty="0"/>
              <a:t> do </a:t>
            </a:r>
            <a:r>
              <a:rPr sz="3600" dirty="0" err="1"/>
              <a:t>Projeto</a:t>
            </a:r>
            <a:endParaRPr sz="3600" dirty="0"/>
          </a:p>
        </p:txBody>
      </p:sp>
      <p:sp>
        <p:nvSpPr>
          <p:cNvPr id="4" name="TextBox 3"/>
          <p:cNvSpPr txBox="1"/>
          <p:nvPr/>
        </p:nvSpPr>
        <p:spPr>
          <a:xfrm>
            <a:off x="891620" y="2429435"/>
            <a:ext cx="712862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dirty="0"/>
              <a:t>O </a:t>
            </a:r>
            <a:r>
              <a:rPr dirty="0" err="1"/>
              <a:t>projeto</a:t>
            </a:r>
            <a:r>
              <a:rPr dirty="0"/>
              <a:t> </a:t>
            </a:r>
            <a:r>
              <a:rPr dirty="0" err="1"/>
              <a:t>surgiu</a:t>
            </a:r>
            <a:r>
              <a:rPr dirty="0"/>
              <a:t> de </a:t>
            </a:r>
            <a:r>
              <a:rPr dirty="0" err="1"/>
              <a:t>uma</a:t>
            </a:r>
            <a:r>
              <a:rPr dirty="0"/>
              <a:t> </a:t>
            </a:r>
            <a:r>
              <a:rPr dirty="0" err="1"/>
              <a:t>necessidade</a:t>
            </a:r>
            <a:r>
              <a:rPr dirty="0"/>
              <a:t> </a:t>
            </a:r>
            <a:r>
              <a:rPr dirty="0" err="1"/>
              <a:t>pessoal</a:t>
            </a:r>
            <a:r>
              <a:rPr dirty="0"/>
              <a:t>: meus </a:t>
            </a:r>
            <a:r>
              <a:rPr dirty="0" err="1"/>
              <a:t>pais</a:t>
            </a:r>
            <a:r>
              <a:rPr dirty="0"/>
              <a:t> </a:t>
            </a:r>
            <a:r>
              <a:rPr dirty="0" err="1"/>
              <a:t>costumavam</a:t>
            </a:r>
            <a:r>
              <a:rPr dirty="0"/>
              <a:t> </a:t>
            </a:r>
            <a:r>
              <a:rPr dirty="0" err="1"/>
              <a:t>viajar</a:t>
            </a:r>
            <a:r>
              <a:rPr dirty="0"/>
              <a:t> e </a:t>
            </a:r>
            <a:r>
              <a:rPr dirty="0" err="1"/>
              <a:t>ficavam</a:t>
            </a:r>
            <a:r>
              <a:rPr dirty="0"/>
              <a:t> </a:t>
            </a:r>
            <a:r>
              <a:rPr dirty="0" err="1"/>
              <a:t>preocupados</a:t>
            </a:r>
            <a:r>
              <a:rPr dirty="0"/>
              <a:t> com a </a:t>
            </a:r>
            <a:r>
              <a:rPr dirty="0" err="1"/>
              <a:t>irrigação</a:t>
            </a:r>
            <a:r>
              <a:rPr dirty="0"/>
              <a:t> das </a:t>
            </a:r>
            <a:r>
              <a:rPr dirty="0" err="1"/>
              <a:t>plantas</a:t>
            </a:r>
            <a:r>
              <a:rPr dirty="0"/>
              <a:t> </a:t>
            </a:r>
            <a:r>
              <a:rPr dirty="0" err="1"/>
              <a:t>durante</a:t>
            </a:r>
            <a:r>
              <a:rPr dirty="0"/>
              <a:t> </a:t>
            </a:r>
            <a:r>
              <a:rPr dirty="0" err="1"/>
              <a:t>longos</a:t>
            </a:r>
            <a:r>
              <a:rPr dirty="0"/>
              <a:t> </a:t>
            </a:r>
            <a:r>
              <a:rPr dirty="0" err="1"/>
              <a:t>períodos</a:t>
            </a:r>
            <a:r>
              <a:rPr dirty="0"/>
              <a:t> fora de casa. Com </a:t>
            </a:r>
            <a:r>
              <a:rPr dirty="0" err="1"/>
              <a:t>isso</a:t>
            </a:r>
            <a:r>
              <a:rPr dirty="0"/>
              <a:t>, </a:t>
            </a:r>
            <a:r>
              <a:rPr dirty="0" err="1"/>
              <a:t>surgiu</a:t>
            </a:r>
            <a:r>
              <a:rPr dirty="0"/>
              <a:t> a </a:t>
            </a:r>
            <a:r>
              <a:rPr dirty="0" err="1"/>
              <a:t>ideia</a:t>
            </a:r>
            <a:r>
              <a:rPr dirty="0"/>
              <a:t> de </a:t>
            </a:r>
            <a:r>
              <a:rPr dirty="0" err="1"/>
              <a:t>desenvolver</a:t>
            </a:r>
            <a:r>
              <a:rPr dirty="0"/>
              <a:t> um </a:t>
            </a:r>
            <a:r>
              <a:rPr dirty="0" err="1"/>
              <a:t>sistema</a:t>
            </a:r>
            <a:r>
              <a:rPr dirty="0"/>
              <a:t> </a:t>
            </a:r>
            <a:r>
              <a:rPr dirty="0" err="1"/>
              <a:t>automatizado</a:t>
            </a:r>
            <a:r>
              <a:rPr dirty="0"/>
              <a:t> </a:t>
            </a:r>
            <a:r>
              <a:rPr dirty="0" err="1"/>
              <a:t>capaz</a:t>
            </a:r>
            <a:r>
              <a:rPr dirty="0"/>
              <a:t> de </a:t>
            </a:r>
            <a:r>
              <a:rPr dirty="0" err="1"/>
              <a:t>monitorar</a:t>
            </a:r>
            <a:r>
              <a:rPr dirty="0"/>
              <a:t> a </a:t>
            </a:r>
            <a:r>
              <a:rPr dirty="0" err="1"/>
              <a:t>umidade</a:t>
            </a:r>
            <a:r>
              <a:rPr dirty="0"/>
              <a:t> do solo e </a:t>
            </a:r>
            <a:r>
              <a:rPr dirty="0" err="1"/>
              <a:t>acionar</a:t>
            </a:r>
            <a:r>
              <a:rPr dirty="0"/>
              <a:t> </a:t>
            </a:r>
            <a:r>
              <a:rPr dirty="0" err="1"/>
              <a:t>automaticamente</a:t>
            </a:r>
            <a:r>
              <a:rPr dirty="0"/>
              <a:t> a </a:t>
            </a:r>
            <a:r>
              <a:rPr dirty="0" err="1"/>
              <a:t>irrigação</a:t>
            </a:r>
            <a:r>
              <a:rPr dirty="0"/>
              <a:t> </a:t>
            </a:r>
            <a:r>
              <a:rPr dirty="0" err="1"/>
              <a:t>quando</a:t>
            </a:r>
            <a:r>
              <a:rPr dirty="0"/>
              <a:t> </a:t>
            </a:r>
            <a:r>
              <a:rPr dirty="0" err="1"/>
              <a:t>necessário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undo_plant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406127" y="725269"/>
            <a:ext cx="3883499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dirty="0" err="1"/>
              <a:t>Materiais</a:t>
            </a:r>
            <a:r>
              <a:rPr sz="3600" dirty="0"/>
              <a:t> </a:t>
            </a:r>
            <a:r>
              <a:rPr sz="3600" dirty="0" err="1"/>
              <a:t>Utilizados</a:t>
            </a:r>
            <a:endParaRPr sz="3600" dirty="0"/>
          </a:p>
        </p:txBody>
      </p:sp>
      <p:sp>
        <p:nvSpPr>
          <p:cNvPr id="4" name="TextBox 3"/>
          <p:cNvSpPr txBox="1"/>
          <p:nvPr/>
        </p:nvSpPr>
        <p:spPr>
          <a:xfrm>
            <a:off x="681317" y="2214282"/>
            <a:ext cx="8014447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1800"/>
            </a:pPr>
            <a:r>
              <a:rPr dirty="0"/>
              <a:t>• Arduino Uno R3</a:t>
            </a:r>
          </a:p>
          <a:p>
            <a:pPr>
              <a:defRPr sz="1800"/>
            </a:pPr>
            <a:r>
              <a:rPr dirty="0"/>
              <a:t>• Sensor de </a:t>
            </a:r>
            <a:r>
              <a:rPr dirty="0" err="1"/>
              <a:t>Umidade</a:t>
            </a:r>
            <a:r>
              <a:rPr dirty="0"/>
              <a:t> do Solo</a:t>
            </a:r>
          </a:p>
          <a:p>
            <a:pPr>
              <a:defRPr sz="1800"/>
            </a:pPr>
            <a:r>
              <a:rPr dirty="0"/>
              <a:t>• Protoboard</a:t>
            </a:r>
          </a:p>
          <a:p>
            <a:pPr>
              <a:defRPr sz="1800"/>
            </a:pPr>
            <a:r>
              <a:rPr dirty="0"/>
              <a:t>• </a:t>
            </a:r>
            <a:r>
              <a:rPr dirty="0" err="1"/>
              <a:t>Gerador</a:t>
            </a:r>
            <a:r>
              <a:rPr dirty="0"/>
              <a:t> de </a:t>
            </a:r>
            <a:r>
              <a:rPr dirty="0" err="1"/>
              <a:t>Função</a:t>
            </a:r>
            <a:r>
              <a:rPr dirty="0"/>
              <a:t> 110V</a:t>
            </a:r>
          </a:p>
          <a:p>
            <a:pPr>
              <a:defRPr sz="1800"/>
            </a:pPr>
            <a:r>
              <a:rPr dirty="0"/>
              <a:t>• </a:t>
            </a:r>
            <a:r>
              <a:rPr dirty="0" err="1"/>
              <a:t>Lâmpada</a:t>
            </a:r>
            <a:r>
              <a:rPr dirty="0"/>
              <a:t> </a:t>
            </a:r>
            <a:r>
              <a:rPr dirty="0" err="1"/>
              <a:t>simulando</a:t>
            </a:r>
            <a:r>
              <a:rPr dirty="0"/>
              <a:t> </a:t>
            </a:r>
            <a:r>
              <a:rPr dirty="0" err="1"/>
              <a:t>bomba</a:t>
            </a:r>
            <a:r>
              <a:rPr dirty="0"/>
              <a:t> </a:t>
            </a:r>
            <a:r>
              <a:rPr dirty="0" err="1"/>
              <a:t>d'água</a:t>
            </a:r>
            <a:endParaRPr dirty="0"/>
          </a:p>
          <a:p>
            <a:pPr>
              <a:defRPr sz="1800"/>
            </a:pPr>
            <a:r>
              <a:rPr dirty="0"/>
              <a:t>• </a:t>
            </a:r>
            <a:r>
              <a:rPr dirty="0" err="1"/>
              <a:t>Buzina</a:t>
            </a:r>
            <a:r>
              <a:rPr dirty="0"/>
              <a:t> </a:t>
            </a:r>
            <a:r>
              <a:rPr dirty="0" err="1"/>
              <a:t>simulando</a:t>
            </a:r>
            <a:r>
              <a:rPr dirty="0"/>
              <a:t> </a:t>
            </a:r>
            <a:r>
              <a:rPr dirty="0" err="1"/>
              <a:t>bomba</a:t>
            </a:r>
            <a:r>
              <a:rPr dirty="0"/>
              <a:t> </a:t>
            </a:r>
            <a:r>
              <a:rPr dirty="0" err="1"/>
              <a:t>d'água</a:t>
            </a:r>
            <a:endParaRPr dirty="0"/>
          </a:p>
          <a:p>
            <a:pPr>
              <a:defRPr sz="1800"/>
            </a:pPr>
            <a:r>
              <a:rPr dirty="0"/>
              <a:t>• </a:t>
            </a:r>
            <a:r>
              <a:rPr dirty="0" err="1"/>
              <a:t>Relé</a:t>
            </a:r>
            <a:r>
              <a:rPr dirty="0"/>
              <a:t> SPDT LU-5-R</a:t>
            </a:r>
          </a:p>
          <a:p>
            <a:pPr>
              <a:defRPr sz="1800"/>
            </a:pPr>
            <a:r>
              <a:rPr dirty="0"/>
              <a:t>• Display LCD com </a:t>
            </a:r>
            <a:r>
              <a:rPr dirty="0" err="1"/>
              <a:t>módulo</a:t>
            </a:r>
            <a:r>
              <a:rPr dirty="0"/>
              <a:t> I2C</a:t>
            </a:r>
          </a:p>
          <a:p>
            <a:pPr>
              <a:defRPr sz="1800"/>
            </a:pPr>
            <a:r>
              <a:rPr dirty="0"/>
              <a:t>• 24 Jumpers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undo_plant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82189" y="559014"/>
            <a:ext cx="6163482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dirty="0"/>
              <a:t>Vista </a:t>
            </a:r>
            <a:r>
              <a:rPr sz="3600" dirty="0" err="1"/>
              <a:t>Esquematizada</a:t>
            </a:r>
            <a:r>
              <a:rPr sz="3600" dirty="0"/>
              <a:t> do </a:t>
            </a:r>
            <a:r>
              <a:rPr sz="3600" dirty="0" err="1"/>
              <a:t>Circuito</a:t>
            </a:r>
            <a:endParaRPr sz="3600" dirty="0"/>
          </a:p>
        </p:txBody>
      </p:sp>
      <p:sp>
        <p:nvSpPr>
          <p:cNvPr id="4" name="TextBox 3"/>
          <p:cNvSpPr txBox="1"/>
          <p:nvPr/>
        </p:nvSpPr>
        <p:spPr>
          <a:xfrm>
            <a:off x="731520" y="2523599"/>
            <a:ext cx="727640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dirty="0"/>
              <a:t>O </a:t>
            </a:r>
            <a:r>
              <a:rPr dirty="0" err="1"/>
              <a:t>circuito</a:t>
            </a:r>
            <a:r>
              <a:rPr dirty="0"/>
              <a:t> </a:t>
            </a:r>
            <a:r>
              <a:rPr dirty="0" err="1"/>
              <a:t>elétrico</a:t>
            </a:r>
            <a:r>
              <a:rPr dirty="0"/>
              <a:t> </a:t>
            </a:r>
            <a:r>
              <a:rPr dirty="0" err="1"/>
              <a:t>foi</a:t>
            </a:r>
            <a:r>
              <a:rPr dirty="0"/>
              <a:t> </a:t>
            </a:r>
            <a:r>
              <a:rPr dirty="0" err="1"/>
              <a:t>desenvolvido</a:t>
            </a:r>
            <a:r>
              <a:rPr dirty="0"/>
              <a:t> no </a:t>
            </a:r>
            <a:r>
              <a:rPr dirty="0" err="1"/>
              <a:t>Tinkercad</a:t>
            </a:r>
            <a:r>
              <a:rPr dirty="0"/>
              <a:t>, </a:t>
            </a:r>
            <a:r>
              <a:rPr dirty="0" err="1"/>
              <a:t>integrando</a:t>
            </a:r>
            <a:r>
              <a:rPr dirty="0"/>
              <a:t> o sensor de </a:t>
            </a:r>
            <a:r>
              <a:rPr dirty="0" err="1"/>
              <a:t>umidade</a:t>
            </a:r>
            <a:r>
              <a:rPr dirty="0"/>
              <a:t>, o Arduino Uno, o display LCD e o </a:t>
            </a:r>
            <a:r>
              <a:rPr dirty="0" err="1"/>
              <a:t>relé</a:t>
            </a:r>
            <a:r>
              <a:rPr dirty="0"/>
              <a:t> </a:t>
            </a:r>
            <a:r>
              <a:rPr dirty="0" err="1"/>
              <a:t>responsável</a:t>
            </a:r>
            <a:r>
              <a:rPr dirty="0"/>
              <a:t> </a:t>
            </a:r>
            <a:r>
              <a:rPr dirty="0" err="1"/>
              <a:t>pelo</a:t>
            </a:r>
            <a:r>
              <a:rPr dirty="0"/>
              <a:t> </a:t>
            </a:r>
            <a:r>
              <a:rPr dirty="0" err="1"/>
              <a:t>acionamento</a:t>
            </a:r>
            <a:r>
              <a:rPr dirty="0"/>
              <a:t> da </a:t>
            </a:r>
            <a:r>
              <a:rPr dirty="0" err="1"/>
              <a:t>bomba</a:t>
            </a:r>
            <a:r>
              <a:rPr dirty="0"/>
              <a:t> </a:t>
            </a:r>
            <a:r>
              <a:rPr dirty="0" err="1"/>
              <a:t>d’água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undo_plant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5" name="Picture 4" descr="circuit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6328" y="559014"/>
            <a:ext cx="7315200" cy="5652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23716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undo_plant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144733" y="504413"/>
            <a:ext cx="4854534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dirty="0" err="1"/>
              <a:t>Simulação</a:t>
            </a:r>
            <a:r>
              <a:rPr sz="3600" dirty="0"/>
              <a:t> </a:t>
            </a:r>
            <a:r>
              <a:rPr sz="3600" dirty="0" err="1"/>
              <a:t>Física</a:t>
            </a:r>
            <a:r>
              <a:rPr sz="3600" dirty="0"/>
              <a:t> / Virtual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6141" y="2520014"/>
            <a:ext cx="790632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dirty="0"/>
              <a:t>A </a:t>
            </a:r>
            <a:r>
              <a:rPr dirty="0" err="1"/>
              <a:t>simulação</a:t>
            </a:r>
            <a:r>
              <a:rPr dirty="0"/>
              <a:t> do </a:t>
            </a:r>
            <a:r>
              <a:rPr dirty="0" err="1"/>
              <a:t>projeto</a:t>
            </a:r>
            <a:r>
              <a:rPr dirty="0"/>
              <a:t> </a:t>
            </a:r>
            <a:r>
              <a:rPr dirty="0" err="1"/>
              <a:t>foi</a:t>
            </a:r>
            <a:r>
              <a:rPr dirty="0"/>
              <a:t> </a:t>
            </a:r>
            <a:r>
              <a:rPr dirty="0" err="1"/>
              <a:t>realizada</a:t>
            </a:r>
            <a:r>
              <a:rPr dirty="0"/>
              <a:t> </a:t>
            </a:r>
            <a:r>
              <a:rPr dirty="0" err="1"/>
              <a:t>virtualmente</a:t>
            </a:r>
            <a:r>
              <a:rPr dirty="0"/>
              <a:t> </a:t>
            </a:r>
            <a:r>
              <a:rPr dirty="0" err="1"/>
              <a:t>na</a:t>
            </a:r>
            <a:r>
              <a:rPr dirty="0"/>
              <a:t> </a:t>
            </a:r>
            <a:r>
              <a:rPr dirty="0" err="1"/>
              <a:t>plataforma</a:t>
            </a:r>
            <a:r>
              <a:rPr dirty="0"/>
              <a:t> </a:t>
            </a:r>
            <a:r>
              <a:rPr dirty="0" err="1"/>
              <a:t>Tinkercad</a:t>
            </a:r>
            <a:r>
              <a:rPr dirty="0"/>
              <a:t>. O </a:t>
            </a:r>
            <a:r>
              <a:rPr dirty="0" err="1"/>
              <a:t>sistema</a:t>
            </a:r>
            <a:r>
              <a:rPr dirty="0"/>
              <a:t> </a:t>
            </a:r>
            <a:r>
              <a:rPr dirty="0" err="1"/>
              <a:t>permite</a:t>
            </a:r>
            <a:r>
              <a:rPr dirty="0"/>
              <a:t> </a:t>
            </a:r>
            <a:r>
              <a:rPr dirty="0" err="1"/>
              <a:t>acompanhar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tempo real o </a:t>
            </a:r>
            <a:r>
              <a:rPr dirty="0" err="1"/>
              <a:t>funcionamento</a:t>
            </a:r>
            <a:r>
              <a:rPr dirty="0"/>
              <a:t> da </a:t>
            </a:r>
            <a:r>
              <a:rPr dirty="0" err="1"/>
              <a:t>irrigação</a:t>
            </a:r>
            <a:r>
              <a:rPr dirty="0"/>
              <a:t> </a:t>
            </a:r>
            <a:r>
              <a:rPr dirty="0" err="1"/>
              <a:t>automática</a:t>
            </a:r>
            <a:r>
              <a:rPr dirty="0"/>
              <a:t>. 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E8BD5D0F-550F-414C-84D9-9115C3410183}"/>
              </a:ext>
            </a:extLst>
          </p:cNvPr>
          <p:cNvSpPr txBox="1"/>
          <p:nvPr/>
        </p:nvSpPr>
        <p:spPr>
          <a:xfrm>
            <a:off x="726141" y="3774612"/>
            <a:ext cx="754379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https://www.tinkercad.com/things/eXFx4DIoAaJ-mighty-wolt/editel?returnTo=https%3A%2F%2Fwww.tinkercad.com%2Fdashboard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A94DDA54-0ECB-45F3-8574-86F5EE101F54}"/>
              </a:ext>
            </a:extLst>
          </p:cNvPr>
          <p:cNvSpPr txBox="1"/>
          <p:nvPr/>
        </p:nvSpPr>
        <p:spPr>
          <a:xfrm>
            <a:off x="726140" y="4930153"/>
            <a:ext cx="70910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https://www.tinkercad.com/things/eXFx4DIoAaJ-mighty-wolt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undo_plant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181025" y="2502403"/>
            <a:ext cx="4781950" cy="14465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800" dirty="0" err="1"/>
              <a:t>Obrigado</a:t>
            </a:r>
            <a:r>
              <a:rPr sz="8800" dirty="0"/>
              <a:t>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214</Words>
  <Application>Microsoft Office PowerPoint</Application>
  <PresentationFormat>Apresentação na tela (4:3)</PresentationFormat>
  <Paragraphs>22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subject/>
  <dc:creator/>
  <cp:keywords/>
  <dc:description>generated using python-pptx</dc:description>
  <cp:lastModifiedBy>TIAGO</cp:lastModifiedBy>
  <cp:revision>6</cp:revision>
  <dcterms:created xsi:type="dcterms:W3CDTF">2013-01-27T09:14:16Z</dcterms:created>
  <dcterms:modified xsi:type="dcterms:W3CDTF">2026-05-26T16:57:50Z</dcterms:modified>
  <cp:category/>
</cp:coreProperties>
</file>